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DAC3-D5DF-4FC4-AB2B-E6C051ADD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E91C1-0687-4DF8-8A3E-10BE4981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F5324-BF34-448C-BD24-DA4157D2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6E20E-4A28-4FFC-A7CE-5049766C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42C4-7090-43D3-AD05-02ECC613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913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1D20-D36C-43E5-AD63-07E0B310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DCEDE-4721-4EF6-9DF3-997106C51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6036-0EC9-4079-A6D8-5FFFA7DF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48FDB-AEEA-4C48-AEA8-59FC564B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F0AF-0545-4E3C-A891-041CABEE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940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C22A-299E-4C69-BE97-1EFAF096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B975-3D84-4F03-85CA-CE6BE06D3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071F-53B9-42F4-8212-60626F62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3B0A7-C6EB-4C11-B601-C0033524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FFE79-9262-40B8-9743-3D668BE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3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7F95-6C6E-4D46-BA22-CB4136A6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72910-50BC-462B-AB5B-167DCAAAC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0D683-1A12-4BD4-9550-988860093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B0612-A5D1-4622-A2CB-2CC290AD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491A6-BF62-4925-8895-7C7AA564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7EB3-6CF2-4452-AAB5-4193BF0A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269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690C-EE22-439E-AD73-25705CDD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75366-E6A6-4C47-9A99-FE441C277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9B299-ACEA-47B9-B679-63E2FA254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DC3F4-D746-4269-B0F1-BFC43ED14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266C5-CAE8-473C-8BA8-C6A282DDE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2A3A4-B592-4199-99A9-247FD31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44F9-C700-4C61-AD61-92697B4D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F2E23-3846-41CE-8930-88604E92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566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4F93-CE60-4FA4-BBA1-13D3B02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93E03-D4A9-4820-A5EB-1C9F3523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8BE807-D882-4F1F-B775-F3E7BFD6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8E6CE-2F70-44E1-8D00-CF6D0F07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365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3DBA0-BB3B-4B58-9C00-13F0A862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1FF40-A3B1-4EE6-A4C4-9960CD85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940E-0605-4B6E-A9FA-511C9A73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645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FB2A-6A0E-4F89-A81A-A90BEB59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E2363-64AE-4733-AF98-159EB2DC8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BABF5-8A39-40D4-AC40-468936A7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4EB71-773F-4342-B765-BB8F1358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69B3E-7BC0-4B74-BDC5-E118453C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8EFCB-BC31-4939-89BD-E0C144A6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852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C598-D4E4-40AE-9F62-B28C4686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60030-9355-429F-AB0A-2E098A691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34594-3C88-4329-BFCD-5BA452671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4FBDC-004A-4BB4-A406-1D7F74AB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A470C-860F-4BEC-B248-144AE6C8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DE0B6-E4D3-427A-A9C4-B480A1A9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908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12AC-499B-445E-BFCB-157C4FA4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EF5B1-F955-4B80-9DB7-6DA3FEFA3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368B-8465-4E53-9364-2DED502B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8C809-8059-4B9E-85BC-80F0B029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6E61C-414E-4BC9-B4CA-F2C0CC67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94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FD6FB-7A66-4967-A824-C4EDDBF07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7F8A5-B16B-4453-BA30-AAFE1AA21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2F86-78E1-4F0A-BF5F-7CC8539E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49038-1DE1-4513-8655-2C65B01E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751A-2337-4259-A0F4-05C33885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9123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E2EC0-7B06-4B79-99F4-78DFE3A1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13BB6-FC29-4B15-81FF-1E39A813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8370-CD37-4C8E-BF27-8BF1151B9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CF6F-CFD4-42B8-8CF6-772B2839C9E9}" type="datetimeFigureOut">
              <a:rPr lang="vi-VN" smtClean="0"/>
              <a:t>27/06/2017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7D37-7B2F-46D9-A086-AF906C24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549BB-17EC-406E-A90C-D516A5934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E0FFD-B9E5-4791-9F32-E5E51F3AB56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523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2D6CB33-DDEB-4186-B2B4-64D0A4301B64}"/>
              </a:ext>
            </a:extLst>
          </p:cNvPr>
          <p:cNvSpPr/>
          <p:nvPr/>
        </p:nvSpPr>
        <p:spPr>
          <a:xfrm rot="3381336" flipV="1">
            <a:off x="2465921" y="575460"/>
            <a:ext cx="921563" cy="5074063"/>
          </a:xfrm>
          <a:prstGeom prst="curvedRightArrow">
            <a:avLst>
              <a:gd name="adj1" fmla="val 25000"/>
              <a:gd name="adj2" fmla="val 42605"/>
              <a:gd name="adj3" fmla="val 15822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GET/POST</a:t>
            </a:r>
            <a:endParaRPr lang="vi-VN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10C76-6E5C-4EB0-BEF6-86880F59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2" y="5179797"/>
            <a:ext cx="1568055" cy="1394702"/>
          </a:xfrm>
          <a:prstGeom prst="rect">
            <a:avLst/>
          </a:prstGeom>
        </p:spPr>
      </p:pic>
      <p:pic>
        <p:nvPicPr>
          <p:cNvPr id="1028" name="Picture 4" descr="Image result for database computer">
            <a:extLst>
              <a:ext uri="{FF2B5EF4-FFF2-40B4-BE49-F238E27FC236}">
                <a16:creationId xmlns:a16="http://schemas.microsoft.com/office/drawing/2014/main" id="{A36319F7-25E4-4B57-A655-9AEB2A9F5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274" y="3911304"/>
            <a:ext cx="1022228" cy="125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30A966-6524-4529-B942-0612A529C78E}"/>
              </a:ext>
            </a:extLst>
          </p:cNvPr>
          <p:cNvSpPr txBox="1"/>
          <p:nvPr/>
        </p:nvSpPr>
        <p:spPr>
          <a:xfrm rot="18723431">
            <a:off x="6492542" y="3703552"/>
            <a:ext cx="461665" cy="14348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Image saving</a:t>
            </a:r>
            <a:endParaRPr lang="vi-V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8498AD-CD09-469F-9058-DF8DF65CA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627" y="530853"/>
            <a:ext cx="2243214" cy="168134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46AE09-AF63-49B5-B67A-0707AA4BDE0B}"/>
              </a:ext>
            </a:extLst>
          </p:cNvPr>
          <p:cNvSpPr/>
          <p:nvPr/>
        </p:nvSpPr>
        <p:spPr>
          <a:xfrm>
            <a:off x="5537915" y="211096"/>
            <a:ext cx="5692462" cy="5057553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6EB8E6-8845-4CC5-A402-16E498210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410" y="1712134"/>
            <a:ext cx="1056389" cy="1554065"/>
          </a:xfrm>
          <a:prstGeom prst="rect">
            <a:avLst/>
          </a:prstGeom>
        </p:spPr>
      </p:pic>
      <p:sp>
        <p:nvSpPr>
          <p:cNvPr id="25" name="Arrow: Up 24">
            <a:extLst>
              <a:ext uri="{FF2B5EF4-FFF2-40B4-BE49-F238E27FC236}">
                <a16:creationId xmlns:a16="http://schemas.microsoft.com/office/drawing/2014/main" id="{0C04E338-71F4-41E4-B375-EC67A262FA6B}"/>
              </a:ext>
            </a:extLst>
          </p:cNvPr>
          <p:cNvSpPr/>
          <p:nvPr/>
        </p:nvSpPr>
        <p:spPr>
          <a:xfrm rot="18750114">
            <a:off x="7147027" y="2686063"/>
            <a:ext cx="231492" cy="172059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BDE075-1796-42F2-9B76-563E90010B68}"/>
              </a:ext>
            </a:extLst>
          </p:cNvPr>
          <p:cNvSpPr txBox="1"/>
          <p:nvPr/>
        </p:nvSpPr>
        <p:spPr>
          <a:xfrm rot="18780861">
            <a:off x="7220214" y="2662700"/>
            <a:ext cx="461665" cy="1471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Image reading</a:t>
            </a:r>
            <a:endParaRPr lang="vi-VN" b="1" dirty="0"/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2C09A50B-F217-4F40-92D9-E13B3AFF69E2}"/>
              </a:ext>
            </a:extLst>
          </p:cNvPr>
          <p:cNvSpPr/>
          <p:nvPr/>
        </p:nvSpPr>
        <p:spPr>
          <a:xfrm>
            <a:off x="5901168" y="611946"/>
            <a:ext cx="2845459" cy="1113089"/>
          </a:xfrm>
          <a:prstGeom prst="bentArrow">
            <a:avLst>
              <a:gd name="adj1" fmla="val 11107"/>
              <a:gd name="adj2" fmla="val 14313"/>
              <a:gd name="adj3" fmla="val 25000"/>
              <a:gd name="adj4" fmla="val 63775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D7A040B2-ED0E-4C59-92E0-EDDA5D390E76}"/>
              </a:ext>
            </a:extLst>
          </p:cNvPr>
          <p:cNvSpPr/>
          <p:nvPr/>
        </p:nvSpPr>
        <p:spPr>
          <a:xfrm rot="10102911" flipH="1">
            <a:off x="6079156" y="3267253"/>
            <a:ext cx="1734725" cy="1944087"/>
          </a:xfrm>
          <a:prstGeom prst="bentArrow">
            <a:avLst>
              <a:gd name="adj1" fmla="val 5718"/>
              <a:gd name="adj2" fmla="val 7684"/>
              <a:gd name="adj3" fmla="val 25000"/>
              <a:gd name="adj4" fmla="val 63775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C4542F-2DED-4EDA-8723-C39FEE14F54C}"/>
              </a:ext>
            </a:extLst>
          </p:cNvPr>
          <p:cNvSpPr txBox="1"/>
          <p:nvPr/>
        </p:nvSpPr>
        <p:spPr>
          <a:xfrm rot="16200000">
            <a:off x="7031941" y="-464637"/>
            <a:ext cx="461665" cy="19368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Detect/Recognize</a:t>
            </a:r>
            <a:endParaRPr lang="vi-VN" b="1" dirty="0"/>
          </a:p>
        </p:txBody>
      </p:sp>
      <p:sp>
        <p:nvSpPr>
          <p:cNvPr id="33" name="Arrow: Up 32">
            <a:extLst>
              <a:ext uri="{FF2B5EF4-FFF2-40B4-BE49-F238E27FC236}">
                <a16:creationId xmlns:a16="http://schemas.microsoft.com/office/drawing/2014/main" id="{8B847640-66FA-4612-80F8-7D735DEAB8EF}"/>
              </a:ext>
            </a:extLst>
          </p:cNvPr>
          <p:cNvSpPr/>
          <p:nvPr/>
        </p:nvSpPr>
        <p:spPr>
          <a:xfrm rot="15420240">
            <a:off x="7614974" y="1064880"/>
            <a:ext cx="258144" cy="195574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0554C3-3699-4CCF-A594-25BECD4385E2}"/>
              </a:ext>
            </a:extLst>
          </p:cNvPr>
          <p:cNvSpPr txBox="1"/>
          <p:nvPr/>
        </p:nvSpPr>
        <p:spPr>
          <a:xfrm rot="15449431">
            <a:off x="7610573" y="1264233"/>
            <a:ext cx="461665" cy="7851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Result</a:t>
            </a:r>
            <a:endParaRPr lang="vi-VN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FC2892-A174-48A9-9C7F-DF36622773FF}"/>
              </a:ext>
            </a:extLst>
          </p:cNvPr>
          <p:cNvSpPr txBox="1"/>
          <p:nvPr/>
        </p:nvSpPr>
        <p:spPr>
          <a:xfrm rot="16200000">
            <a:off x="9637401" y="1974270"/>
            <a:ext cx="461665" cy="7851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Model</a:t>
            </a:r>
            <a:endParaRPr lang="vi-VN" b="1" dirty="0"/>
          </a:p>
        </p:txBody>
      </p:sp>
      <p:sp>
        <p:nvSpPr>
          <p:cNvPr id="37" name="Arrow: Curved Right 36">
            <a:extLst>
              <a:ext uri="{FF2B5EF4-FFF2-40B4-BE49-F238E27FC236}">
                <a16:creationId xmlns:a16="http://schemas.microsoft.com/office/drawing/2014/main" id="{8B477D37-FB24-4102-BED0-74B743858D3C}"/>
              </a:ext>
            </a:extLst>
          </p:cNvPr>
          <p:cNvSpPr/>
          <p:nvPr/>
        </p:nvSpPr>
        <p:spPr>
          <a:xfrm rot="13996109" flipV="1">
            <a:off x="3173545" y="1675889"/>
            <a:ext cx="921563" cy="5074063"/>
          </a:xfrm>
          <a:prstGeom prst="curvedRightArrow">
            <a:avLst>
              <a:gd name="adj1" fmla="val 25000"/>
              <a:gd name="adj2" fmla="val 42605"/>
              <a:gd name="adj3" fmla="val 15822"/>
            </a:avLst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JSON Result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27" name="Octagon 26">
            <a:extLst>
              <a:ext uri="{FF2B5EF4-FFF2-40B4-BE49-F238E27FC236}">
                <a16:creationId xmlns:a16="http://schemas.microsoft.com/office/drawing/2014/main" id="{5BB161AD-DAC5-4DA0-A110-4412A0A15245}"/>
              </a:ext>
            </a:extLst>
          </p:cNvPr>
          <p:cNvSpPr/>
          <p:nvPr/>
        </p:nvSpPr>
        <p:spPr>
          <a:xfrm>
            <a:off x="2129560" y="2306880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0" name="Octagon 39">
            <a:extLst>
              <a:ext uri="{FF2B5EF4-FFF2-40B4-BE49-F238E27FC236}">
                <a16:creationId xmlns:a16="http://schemas.microsoft.com/office/drawing/2014/main" id="{DD0A0B23-A2E1-4D0B-B276-13B169E4E898}"/>
              </a:ext>
            </a:extLst>
          </p:cNvPr>
          <p:cNvSpPr/>
          <p:nvPr/>
        </p:nvSpPr>
        <p:spPr>
          <a:xfrm>
            <a:off x="5775485" y="4542237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1" name="Octagon 40">
            <a:extLst>
              <a:ext uri="{FF2B5EF4-FFF2-40B4-BE49-F238E27FC236}">
                <a16:creationId xmlns:a16="http://schemas.microsoft.com/office/drawing/2014/main" id="{B91C14DC-AEC4-4E7D-ACBC-9C719E063547}"/>
              </a:ext>
            </a:extLst>
          </p:cNvPr>
          <p:cNvSpPr/>
          <p:nvPr/>
        </p:nvSpPr>
        <p:spPr>
          <a:xfrm>
            <a:off x="6804138" y="3558268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2" name="Octagon 41">
            <a:extLst>
              <a:ext uri="{FF2B5EF4-FFF2-40B4-BE49-F238E27FC236}">
                <a16:creationId xmlns:a16="http://schemas.microsoft.com/office/drawing/2014/main" id="{A214549F-2133-4F06-8B83-46211F7D71E4}"/>
              </a:ext>
            </a:extLst>
          </p:cNvPr>
          <p:cNvSpPr/>
          <p:nvPr/>
        </p:nvSpPr>
        <p:spPr>
          <a:xfrm>
            <a:off x="6804084" y="870871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3" name="Octagon 42">
            <a:extLst>
              <a:ext uri="{FF2B5EF4-FFF2-40B4-BE49-F238E27FC236}">
                <a16:creationId xmlns:a16="http://schemas.microsoft.com/office/drawing/2014/main" id="{110EF3A5-D56E-4844-B8CE-553374B85E10}"/>
              </a:ext>
            </a:extLst>
          </p:cNvPr>
          <p:cNvSpPr/>
          <p:nvPr/>
        </p:nvSpPr>
        <p:spPr>
          <a:xfrm>
            <a:off x="7824899" y="2105248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4" name="Octagon 43">
            <a:extLst>
              <a:ext uri="{FF2B5EF4-FFF2-40B4-BE49-F238E27FC236}">
                <a16:creationId xmlns:a16="http://schemas.microsoft.com/office/drawing/2014/main" id="{A63FB91B-306D-4AFE-A468-B74A1E522299}"/>
              </a:ext>
            </a:extLst>
          </p:cNvPr>
          <p:cNvSpPr/>
          <p:nvPr/>
        </p:nvSpPr>
        <p:spPr>
          <a:xfrm>
            <a:off x="3902739" y="4634236"/>
            <a:ext cx="450000" cy="450000"/>
          </a:xfrm>
          <a:prstGeom prst="octagon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vi-VN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41BE21-A5F2-4F13-AD70-A32BAC95DE9E}"/>
              </a:ext>
            </a:extLst>
          </p:cNvPr>
          <p:cNvSpPr txBox="1"/>
          <p:nvPr/>
        </p:nvSpPr>
        <p:spPr>
          <a:xfrm rot="16200000">
            <a:off x="9774087" y="3275468"/>
            <a:ext cx="461665" cy="11817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b="1" dirty="0"/>
              <a:t>Django WS</a:t>
            </a:r>
            <a:endParaRPr lang="vi-VN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B5C281-9396-4C5D-8793-F746851A33A1}"/>
              </a:ext>
            </a:extLst>
          </p:cNvPr>
          <p:cNvCxnSpPr>
            <a:cxnSpLocks/>
            <a:stCxn id="45" idx="0"/>
            <a:endCxn id="15" idx="3"/>
          </p:cNvCxnSpPr>
          <p:nvPr/>
        </p:nvCxnSpPr>
        <p:spPr>
          <a:xfrm flipH="1" flipV="1">
            <a:off x="6719799" y="2489167"/>
            <a:ext cx="2694225" cy="1377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6E6FC8E3-AC6C-48C1-95A0-8C53F61F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665" y="5389080"/>
            <a:ext cx="1005445" cy="45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4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4B647C-05E2-40FF-9327-8A3A0915C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965" y="760401"/>
            <a:ext cx="3112149" cy="2467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C858C9-CDE7-4B88-B920-D4A656C4E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521" y="3935115"/>
            <a:ext cx="2745208" cy="21774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30CFF5-C971-4C1D-999E-6D46612E7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473" y="3935115"/>
            <a:ext cx="2787893" cy="218294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F223D-2599-4026-BE68-0F1BD3570F7D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4170125" y="3227545"/>
            <a:ext cx="2129915" cy="7075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AD64A1-C329-4540-8F49-0E398BA883DB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300040" y="3227545"/>
            <a:ext cx="1836380" cy="7075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F8C1E7-1AFC-4B66-8C4A-5B5D4F4418C6}"/>
              </a:ext>
            </a:extLst>
          </p:cNvPr>
          <p:cNvSpPr txBox="1"/>
          <p:nvPr/>
        </p:nvSpPr>
        <p:spPr>
          <a:xfrm>
            <a:off x="5617455" y="286345"/>
            <a:ext cx="136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Home Page</a:t>
            </a:r>
            <a:endParaRPr lang="vi-V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1BA207-E6FB-4C08-921E-818387A4F0D4}"/>
              </a:ext>
            </a:extLst>
          </p:cNvPr>
          <p:cNvSpPr txBox="1"/>
          <p:nvPr/>
        </p:nvSpPr>
        <p:spPr>
          <a:xfrm>
            <a:off x="7246260" y="6214690"/>
            <a:ext cx="178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Recognition Site</a:t>
            </a:r>
            <a:endParaRPr lang="vi-V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914F5-D800-44EC-B240-336CFAA5F191}"/>
              </a:ext>
            </a:extLst>
          </p:cNvPr>
          <p:cNvSpPr txBox="1"/>
          <p:nvPr/>
        </p:nvSpPr>
        <p:spPr>
          <a:xfrm>
            <a:off x="3382123" y="6217593"/>
            <a:ext cx="157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Detection Site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364426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Thành An Nguyễn</dc:creator>
  <cp:lastModifiedBy>Thành An Nguyễn</cp:lastModifiedBy>
  <cp:revision>7</cp:revision>
  <dcterms:created xsi:type="dcterms:W3CDTF">2017-06-27T10:10:29Z</dcterms:created>
  <dcterms:modified xsi:type="dcterms:W3CDTF">2017-06-27T16:40:44Z</dcterms:modified>
</cp:coreProperties>
</file>